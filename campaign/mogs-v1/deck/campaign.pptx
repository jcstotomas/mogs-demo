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6abfe8298041eb" /><Relationship Type="http://schemas.openxmlformats.org/officeDocument/2006/relationships/extended-properties" Target="/docProps/app.xml" Id="R201ba67c06e34110" /><Relationship Type="http://schemas.openxmlformats.org/officeDocument/2006/relationships/officeDocument" Target="/ppt/presentation.xml" Id="R9c0986fba10942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8cc13a35ca4c5c"/>
  </p:sldMasterIdLst>
  <p:notesMasterIdLst>
    <p:notesMasterId xmlns:r="http://schemas.openxmlformats.org/officeDocument/2006/relationships" r:id="Rbf36b61ab6334a2c"/>
  </p:notesMasterIdLst>
  <p:sldIdLst>
    <p:sldId xmlns:r="http://schemas.openxmlformats.org/officeDocument/2006/relationships" id="256" r:id="Ra8b6d3b07da946b3"/>
    <p:sldId xmlns:r="http://schemas.openxmlformats.org/officeDocument/2006/relationships" id="257" r:id="Rd151d8bcf21a44be"/>
    <p:sldId xmlns:r="http://schemas.openxmlformats.org/officeDocument/2006/relationships" id="258" r:id="R82891f5e83704bdd"/>
    <p:sldId xmlns:r="http://schemas.openxmlformats.org/officeDocument/2006/relationships" id="259" r:id="R1d302434ba7d4fbe"/>
    <p:sldId xmlns:r="http://schemas.openxmlformats.org/officeDocument/2006/relationships" id="260" r:id="Rcde54d8efa95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da7e681514ea4" /><Relationship Type="http://schemas.openxmlformats.org/officeDocument/2006/relationships/slideMaster" Target="/ppt/slideMasters/slideMaster1.xml" Id="R7b8cc13a35ca4c5c" /><Relationship Type="http://schemas.openxmlformats.org/officeDocument/2006/relationships/notesMaster" Target="/ppt/notesMasters/notesMaster1.xml" Id="Rbf36b61ab6334a2c" /><Relationship Type="http://schemas.openxmlformats.org/officeDocument/2006/relationships/presProps" Target="/ppt/presProps.xml" Id="R5c113aa988ca423f" /><Relationship Type="http://schemas.openxmlformats.org/officeDocument/2006/relationships/tableStyles" Target="/ppt/tableStyles.xml" Id="Rd2955cc841184850" /><Relationship Type="http://schemas.openxmlformats.org/officeDocument/2006/relationships/slide" Target="/ppt/slides/slide1.xml" Id="Ra8b6d3b07da946b3" /><Relationship Type="http://schemas.openxmlformats.org/officeDocument/2006/relationships/slide" Target="/ppt/slides/slide2.xml" Id="Rd151d8bcf21a44be" /><Relationship Type="http://schemas.openxmlformats.org/officeDocument/2006/relationships/slide" Target="/ppt/slides/slide3.xml" Id="R82891f5e83704bdd" /><Relationship Type="http://schemas.openxmlformats.org/officeDocument/2006/relationships/slide" Target="/ppt/slides/slide4.xml" Id="R1d302434ba7d4fbe" /><Relationship Type="http://schemas.openxmlformats.org/officeDocument/2006/relationships/slide" Target="/ppt/slides/slide5.xml" Id="Rcde54d8efa95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50c7fca1a48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2476909c340f5" /><Relationship Type="http://schemas.openxmlformats.org/officeDocument/2006/relationships/notesMaster" Target="/ppt/notesMasters/notesMaster1.xml" Id="R5cf23ea4e484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233e57aa8c43fe" /><Relationship Type="http://schemas.openxmlformats.org/officeDocument/2006/relationships/notesMaster" Target="/ppt/notesMasters/notesMaster1.xml" Id="R67bc0525bec546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ca2b77ad94a6c" /><Relationship Type="http://schemas.openxmlformats.org/officeDocument/2006/relationships/notesMaster" Target="/ppt/notesMasters/notesMaster1.xml" Id="R0a68b07fbfce49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149379975f4187" /><Relationship Type="http://schemas.openxmlformats.org/officeDocument/2006/relationships/notesMaster" Target="/ppt/notesMasters/notesMaster1.xml" Id="R7c086519e24f40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38075f65bd48f5" /><Relationship Type="http://schemas.openxmlformats.org/officeDocument/2006/relationships/notesMaster" Target="/ppt/notesMasters/notesMaster1.xml" Id="Recbab855d83b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Fictional MOGS campaign. Cover image generated for this campaign, not a photograph of a real MOGS office or event. Pricing pages use the staged campaign source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represents the staged campaign source inputs. This is a fictional campaign,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represents the staged campaign source inputs. This is a fictional campaign,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represents the staged campaign source inputs. This is a fictional campaign,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represents the staged campaign source inputs. This is a fictional campaign,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d819708cd4a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4c110ed6a44181" /><Relationship Type="http://schemas.openxmlformats.org/officeDocument/2006/relationships/slideLayout" Target="/ppt/slideLayouts/slideLayout1.xml" Id="R2a0f1816361d42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0f1816361d42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c323f4e214590" /><Relationship Type="http://schemas.openxmlformats.org/officeDocument/2006/relationships/image" Target="/ppt/media/image.png" Id="R69a54c94b7584fec" /><Relationship Type="http://schemas.openxmlformats.org/officeDocument/2006/relationships/notesSlide" Target="/ppt/notesSlides/notesSlide1.xml" Id="R9d7578666e6042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be7f827ba46ce" /><Relationship Type="http://schemas.openxmlformats.org/officeDocument/2006/relationships/notesSlide" Target="/ppt/notesSlides/notesSlide2.xml" Id="R8af98d7d1b0b46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d07a2bdd24558" /><Relationship Type="http://schemas.openxmlformats.org/officeDocument/2006/relationships/notesSlide" Target="/ppt/notesSlides/notesSlide3.xml" Id="R5cd6ca42ec794f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b240c0be447e6" /><Relationship Type="http://schemas.openxmlformats.org/officeDocument/2006/relationships/notesSlide" Target="/ppt/notesSlides/notesSlide4.xml" Id="R0819485db9bb4a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80e0037f4700" /><Relationship Type="http://schemas.openxmlformats.org/officeDocument/2006/relationships/notesSlide" Target="/ppt/notesSlides/notesSlide5.xml" Id="R35a407bf118f4c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493BD-D22D-4FA3-857B-AAD33F31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7D1E3-BD9E-486B-937D-F4CC6A4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93DFF-C05A-475E-BE57-604DB9D3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54c94b7584fec"/>
          <a:srcRect xmlns:a="http://schemas.openxmlformats.org/drawingml/2006/main" l="24537" t="0" r="245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19016-93A6-4CC3-9784-751DE6BC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00200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Make 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C5228-D8C5-4663-B766-A5F35106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4317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for good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82EBE-0A26-45D4-BC71-311D5B5B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8615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DCB1A-16C8-496A-9F11-78415860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E876"/>
                </a:solidFill>
                <a:latin typeface="Arial"/>
                <a:ea typeface="Arial"/>
                <a:cs typeface="Arial"/>
              </a:rPr>
              <a:t>Team scheduling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453E9-6FA8-43B8-893D-22CC1521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E876"/>
                </a:solidFill>
                <a:latin typeface="Arial"/>
                <a:ea typeface="Arial"/>
                <a:cs typeface="Arial"/>
              </a:rPr>
              <a:t>the work ahead.</a:t>
            </a:r>
          </a:p>
        </p:txBody>
      </p:sp>
    </p:spTree>
    <p:extLst>
      <p:ext uri="{BB962C8B-B14F-4D97-AF65-F5344CB8AC3E}">
        <p14:creationId xmlns:p14="http://schemas.microsoft.com/office/powerpoint/2010/main" val="151202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0B672-A6BA-4395-A42C-99F2FAB8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EBF82-2768-49D2-AA66-EB96A369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0C6B3-A04C-4B58-81C5-4ADBB7D9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0C273-3F43-4276-8C47-6AD2AB3D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017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9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A little more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796FB-4FA2-480C-80A9-4582157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9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room in the week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39ABD-5575-4F82-BB92-5A3C76F3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6B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7ED6-6901-4ADC-8E5C-08E8B11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 shared plan begins with a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88802-0091-42AC-B1CC-BA90C55A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720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Who needs to be there. What needs to happen.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C0CEB-F8D6-490D-85DC-C1B802B7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MOGS is team scheduling software.</a:t>
            </a:r>
          </a:p>
        </p:txBody>
      </p:sp>
    </p:spTree>
    <p:extLst>
      <p:ext uri="{BB962C8B-B14F-4D97-AF65-F5344CB8AC3E}">
        <p14:creationId xmlns:p14="http://schemas.microsoft.com/office/powerpoint/2010/main" val="1654964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73E08-F4EB-40CB-AC24-DD7271A0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08441-CF5A-4C99-A2C9-C8BFE4FE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25048-04E6-49C6-A0A7-AAAECD99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22AF0-053C-4193-A852-1C09441B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7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47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Plans for your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93546-EA39-4A06-8193-2CE707E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0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87332-C7DE-4397-9840-B72D0ED4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Starter is $40 a month.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20FF2-4526-474B-BB28-190576A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0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CC11D-038C-4258-AA64-4D809FC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Team is $80 a month.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8BA4F-97FF-4AB4-981A-AE41E17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09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7651D-A507-42AC-8914-FFF56E9C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Team is only $40 a month more than Starter.</a:t>
            </a:r>
          </a:p>
        </p:txBody>
      </p:sp>
    </p:spTree>
    <p:extLst>
      <p:ext uri="{BB962C8B-B14F-4D97-AF65-F5344CB8AC3E}">
        <p14:creationId xmlns:p14="http://schemas.microsoft.com/office/powerpoint/2010/main" val="85188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4E8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CB536-ADC1-4C54-AAC1-27E08EA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3D426-1083-4B64-916A-4F86356E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580C1-8177-48FC-AE57-C5BFFECF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2B33F-11E0-4519-BE37-1D4ECA70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A year of 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3C934-C85A-4D03-A1F1-ED51B738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0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14250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35330-0905-4D20-BBD6-4EE531D1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Save 40% on Starter with annual billing.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8A87F-51A6-4AF0-A793-AC4CF419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A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62313-E599-4C14-8E9E-C65F59F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959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Starter is $288 a year, or $24 a month billed annually.</a:t>
            </a:r>
          </a:p>
        </p:txBody>
      </p:sp>
    </p:spTree>
    <p:extLst>
      <p:ext uri="{BB962C8B-B14F-4D97-AF65-F5344CB8AC3E}">
        <p14:creationId xmlns:p14="http://schemas.microsoft.com/office/powerpoint/2010/main" val="6807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3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B8FCF-CE90-4B6D-9484-2ECBED4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EC1DD-FD98-4FB0-B137-A8611126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710C9-7AFB-4EB4-807C-3D70979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AAE73-3069-477B-8C90-62DDE57E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75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7575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Your next week,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C3617-27B7-4A17-AE86-F43787B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75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7575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with more room.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BC0EB-AB0C-4F31-865D-01DD98D9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4E87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4E876"/>
                </a:solidFill>
                <a:latin typeface="Arial"/>
                <a:ea typeface="Arial"/>
                <a:cs typeface="Arial"/>
              </a:rPr>
              <a:t>Starter costs about $1.33 a 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42EA5-F7E3-47A2-A773-2B479856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4541D-3EEC-4523-AF85-9E099B3F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Let’s talk about your team’s schedule.</a:t>
            </a:r>
          </a:p>
        </p:txBody>
      </p:sp>
    </p:spTree>
    <p:extLst>
      <p:ext uri="{BB962C8B-B14F-4D97-AF65-F5344CB8AC3E}">
        <p14:creationId xmlns:p14="http://schemas.microsoft.com/office/powerpoint/2010/main" val="1826697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2026-10-04T01:55:30.2650000Z</dcterms:created>
  <dcterms:modified xsi:type="dcterms:W3CDTF">2026-10-04T01:55:30.2650000Z</dcterms:modified>
</coreProperties>
</file>